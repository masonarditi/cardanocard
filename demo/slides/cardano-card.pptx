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325880"/>
            <a:ext cx="623621" cy="408188"/>
          </a:xfrm>
          <a:prstGeom prst="roundRect">
            <a:avLst>
              <a:gd name="adj" fmla="val 13889"/>
            </a:avLst>
          </a:prstGeom>
          <a:solidFill>
            <a:srgbClr val="0033AD"/>
          </a:solidFill>
          <a:ln w="12700">
            <a:solidFill>
              <a:srgbClr val="0033A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2290" y="1439266"/>
            <a:ext cx="124724" cy="96378"/>
          </a:xfrm>
          <a:prstGeom prst="roundRect">
            <a:avLst>
              <a:gd name="adj" fmla="val 17647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920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Cardano Card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credit card for every Masumi agent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3388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on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4338828"/>
            <a:ext cx="1188720" cy="1828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293108"/>
            <a:ext cx="137160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80560" y="43205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Agentcard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349240" y="43388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TOKEN2049 Origins · Mason &amp; Ezra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Masumi agents can pay each other, but they can’t buy anything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50876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10512"/>
            <a:ext cx="384048" cy="384048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77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economy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hire agents on Masumi and settle in ADA or stablecoins on Cardano.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54880" y="150876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74920" y="1810512"/>
            <a:ext cx="384048" cy="384048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74920" y="2377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economy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834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and almost every merchant only take a card at checkout.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connects the two, so an agent with funds still can’t order a pack of gum.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Cardano Card turns an escrowed agent payment into a real card purchase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1463040" cy="2514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810512"/>
            <a:ext cx="384048" cy="384048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8892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agent calls start_job over MIP-003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71700" y="1600200"/>
            <a:ext cx="1463040" cy="2514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54580" y="1810512"/>
            <a:ext cx="384048" cy="384048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458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354580" y="23774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354580" y="278892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Agentcard builds the Amazon cart and its full price ceiling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40480" y="1600200"/>
            <a:ext cx="1463040" cy="2514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1810512"/>
            <a:ext cx="384048" cy="384048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23774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Escrow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278892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buyer approves and locks payment in Masumi escrow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09260" y="1600200"/>
            <a:ext cx="1463040" cy="2514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2140" y="1810512"/>
            <a:ext cx="384048" cy="384048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921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92140" y="23774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692140" y="278892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Agentcard checks out with the vaulted card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78040" y="1600200"/>
            <a:ext cx="1463040" cy="2514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1810512"/>
            <a:ext cx="384048" cy="384048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6092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23774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278892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order hash goes on-chain; escrow pays out or refunds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no purchase happens, the buyer is refunded from escrow. Nothing is ever bought twice.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Amazon order, proven on-chain 97 seconds after escrow locked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331720"/>
            <a:ext cx="7680960" cy="0"/>
          </a:xfrm>
          <a:prstGeom prst="line">
            <a:avLst/>
          </a:prstGeom>
          <a:noFill/>
          <a:ln w="25400">
            <a:solidFill>
              <a:srgbClr val="0033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" y="2249424"/>
            <a:ext cx="164592" cy="164592"/>
          </a:xfrm>
          <a:prstGeom prst="ellipse">
            <a:avLst/>
          </a:prstGeom>
          <a:solidFill>
            <a:srgbClr val="0033AD"/>
          </a:solidFill>
          <a:ln w="12700">
            <a:solidFill>
              <a:srgbClr val="0033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9224" y="1828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20:37:59 SGT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25877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Escrow locked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29352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5,260,604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89704" y="2249424"/>
            <a:ext cx="164592" cy="164592"/>
          </a:xfrm>
          <a:prstGeom prst="ellipse">
            <a:avLst/>
          </a:prstGeom>
          <a:solidFill>
            <a:srgbClr val="0033AD"/>
          </a:solidFill>
          <a:ln w="12700">
            <a:solidFill>
              <a:srgbClr val="0033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828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20:39:18 SGT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5877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order placed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9352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Trident gum, 14 pc · $1.32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30184" y="2249424"/>
            <a:ext cx="164592" cy="164592"/>
          </a:xfrm>
          <a:prstGeom prst="ellipse">
            <a:avLst/>
          </a:prstGeom>
          <a:solidFill>
            <a:srgbClr val="0033AD"/>
          </a:solidFill>
          <a:ln w="12700">
            <a:solidFill>
              <a:srgbClr val="0033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25896" y="1828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20:39:36 SGT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25896" y="25877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 proven on-chain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025896" y="29352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5,260,609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5204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97s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767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escrow lock to on-chain proof of a real order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64058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Cardano Preprod · Agentcard order 9a193914… · tx 7fd13a227f… and b30b139b04…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buyer’s money only moves after the order is certain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09928"/>
            <a:ext cx="237744" cy="237744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66420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Escrow before checkout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03911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card is charged only after the buyer’s payment is locked on Cardano.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41732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0" y="1709928"/>
            <a:ext cx="237744" cy="237744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94960" y="166420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price ceiling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03911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Agentcard’s authorization ceiling, not just the subtotal, must fit the approved budget.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01752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310128"/>
            <a:ext cx="237744" cy="237744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326440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bought twice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3931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confirm is saved before it is sent; an uncertain one is inspected, not repeated.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0" y="3310128"/>
            <a:ext cx="237744" cy="237744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326440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Refund only on proof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63931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definite no-purchase refunds the buyer. An uncertain outcome waits for reconciliation.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on Masumi, Cardano and Agentcard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276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103120" y="1371600"/>
            <a:ext cx="3154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286000" y="14904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Masumi agent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8013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calls the MIP-003 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371600"/>
            <a:ext cx="3154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0" y="14904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Escrow payment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8013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locked before any purchase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Cardano Card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03120" y="2331720"/>
            <a:ext cx="3154680" cy="777240"/>
          </a:xfrm>
          <a:prstGeom prst="roundRect">
            <a:avLst>
              <a:gd name="adj" fmla="val 11765"/>
            </a:avLst>
          </a:prstGeom>
          <a:solidFill>
            <a:srgbClr val="0033AD"/>
          </a:solidFill>
          <a:ln w="9525">
            <a:solidFill>
              <a:srgbClr val="0033A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45059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+ coordinator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7614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quote, approval, escrow checks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0" y="2331720"/>
            <a:ext cx="3154680" cy="777240"/>
          </a:xfrm>
          <a:prstGeom prst="roundRect">
            <a:avLst>
              <a:gd name="adj" fmla="val 11765"/>
            </a:avLst>
          </a:prstGeom>
          <a:solidFill>
            <a:srgbClr val="0033AD"/>
          </a:solidFill>
          <a:ln w="9525">
            <a:solidFill>
              <a:srgbClr val="0033A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0" y="245059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 adapter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27614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 · confirm · inspect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5478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03120" y="3291840"/>
            <a:ext cx="20269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86000" y="3410712"/>
            <a:ext cx="1661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Masumi node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286000" y="3721608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escrow on Cardano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8640" y="3291840"/>
            <a:ext cx="20269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41520" y="3410712"/>
            <a:ext cx="1661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Agentcard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41520" y="3721608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 API, vault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14160" y="3291840"/>
            <a:ext cx="20269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97040" y="3410712"/>
            <a:ext cx="1661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97040" y="3721608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order and delivery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open Cardano Card to every agent on the marketplace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545336"/>
            <a:ext cx="182880" cy="182880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endpoint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on Masumi Preprod; hosted escrow backend next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322576"/>
            <a:ext cx="182880" cy="182880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240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Caller limits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22585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Per-agent caps before strangers can spend on a real card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099816"/>
            <a:ext cx="182880" cy="182880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303580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ADA and USDCx escrow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877056"/>
            <a:ext cx="182880" cy="182880"/>
          </a:xfrm>
          <a:prstGeom prst="ellipse">
            <a:avLst/>
          </a:prstGeom>
          <a:solidFill>
            <a:srgbClr val="FA008C"/>
          </a:solidFill>
          <a:ln w="12700">
            <a:solidFill>
              <a:srgbClr val="FA00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794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Issued cards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38130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Crypto-funded single-use cards from Agentcard instead of one vault card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Cardano Card</dc:title>
  <dc:subject>PptxGenJS Presentation</dc:subject>
  <dc:creator>PptxGenJS</dc:creator>
  <cp:lastModifiedBy>PptxGenJS</cp:lastModifiedBy>
  <cp:revision>1</cp:revision>
  <dcterms:created xsi:type="dcterms:W3CDTF">2026-10-07T05:09:00Z</dcterms:created>
  <dcterms:modified xsi:type="dcterms:W3CDTF">2026-10-07T05:09:00Z</dcterms:modified>
</cp:coreProperties>
</file>